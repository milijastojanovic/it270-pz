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1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3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9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0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8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5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8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7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9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D9A35-942D-49AA-9062-DB79AC95A97D}" type="datetimeFigureOut">
              <a:rPr lang="en-US" smtClean="0"/>
              <a:t>1/25/2017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DBC39-422B-473D-87EA-C2BD22CD7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6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b="1" dirty="0"/>
              <a:t>Analiza i detekcija video igara na mreži koristeći Wireshark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58455" y="5493900"/>
            <a:ext cx="4913586" cy="512762"/>
          </a:xfrm>
        </p:spPr>
        <p:txBody>
          <a:bodyPr/>
          <a:lstStyle/>
          <a:p>
            <a:r>
              <a:rPr lang="sr-Latn-RS" dirty="0"/>
              <a:t>Milija Stojanović 2246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9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Cilj teme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Utvrđivanje korišćenja video igara na mreži i utvrđivanje šta se dešava na mreži prilikom njihovog korišćenja</a:t>
            </a:r>
          </a:p>
          <a:p>
            <a:r>
              <a:rPr lang="sr-Latn-RS" dirty="0"/>
              <a:t>Cilj će se realizovati analizom protokola i paketa uhvaćenih pomoću Wireshark alata u okviru modela simulacije</a:t>
            </a:r>
          </a:p>
          <a:p>
            <a:r>
              <a:rPr lang="sr-Latn-RS" dirty="0"/>
              <a:t>U modelu simulacije biće testirana video igra Counter-Strike na osnovu 2 parametra: prilikom igranja i preuzimanja podataka u igri</a:t>
            </a:r>
          </a:p>
          <a:p>
            <a:r>
              <a:rPr lang="sr-Latn-RS" dirty="0"/>
              <a:t>Parametri će se analizirati u 3 koraka: hvatanju paketa, utvrđivanjem najčešće prisutnih protokola i korišćenih metoda enkripcije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46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Analiza rezultata – analiza protokola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Nakon uhvaćenih paketa pomoću Wireshark-a u toku igranja igre i preuzimanja podataka u okviru igre, dobili smo sledeće rezultate (koji su prikazani na sledećem slajdu):</a:t>
            </a:r>
          </a:p>
          <a:p>
            <a:pPr lvl="1"/>
            <a:r>
              <a:rPr lang="sr-Latn-RS" dirty="0"/>
              <a:t>UDP je najprisutniji protokol u oba slučaja(99,7 i 97,5%), što je logično jer aplikacije koje se odvijaju u realnom vremenu (poput video igre Counter-Strike) loše tolerišu TCP, zbog njegove kontrole zagušenja koja može da uzrokuje velika kašnjenja što uzrokuje lošiji kvalitet veze</a:t>
            </a:r>
          </a:p>
          <a:p>
            <a:pPr lvl="1"/>
            <a:r>
              <a:rPr lang="sr-Latn-RS" dirty="0"/>
              <a:t>Tokom igranja igre većina UDP paketa se sastoji od podataka (Data) 99,5%, a u toku preuzimanja mape Data iznosi 17,7%, dok GVSP iznosi 79,1% što dokazuje da se prezimaju podaci u obliku slike/slika</a:t>
            </a:r>
          </a:p>
          <a:p>
            <a:pPr lvl="1"/>
            <a:r>
              <a:rPr lang="sr-Latn-RS" dirty="0"/>
              <a:t>U toku preuzimanja mape TCP je više prisutniji 2,3%, nego u toku igranja igre 0,2%, što znači da je bilo više uspostavljanja pouzdanije veze kako ne bi došlo do gubitka paketa prilikom korišćenja UDP-a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4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5" y="520600"/>
            <a:ext cx="6656074" cy="591524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655" y="365125"/>
            <a:ext cx="5018690" cy="62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4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Analiza rezultata – analiza podataka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 li i u kolikoj meri video igre opterećuju mrežu i njenu performansu, ne može tačno da se proceni jer su podaci enkriptovani i kompresovani: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848" y="2759221"/>
            <a:ext cx="6258911" cy="397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6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Analiza rezultata – metode enkripcije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Pošto je prisutan TLS/SSL protokol, svi podaci su enkriptovani radi bezbednosne komunikacije</a:t>
            </a:r>
          </a:p>
          <a:p>
            <a:r>
              <a:rPr lang="sr-Latn-RS" dirty="0"/>
              <a:t>I pre nego što su klijent i server razmenili bilo kakve podatke, dogovorili si su se oko algoritma za sifrovanje preko handshake mehanizma (prikazan na sledećem slajdu)</a:t>
            </a:r>
          </a:p>
          <a:p>
            <a:r>
              <a:rPr lang="sr-Latn-RS" dirty="0"/>
              <a:t>Podaci su enkriptovani metodama simetričnog (enkriptuje podatke koji se razmenjuju) i javnog ključa (služi za autentifikaciju)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3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760003"/>
            <a:ext cx="8959275" cy="5842629"/>
          </a:xfrm>
        </p:spPr>
      </p:pic>
    </p:spTree>
    <p:extLst>
      <p:ext uri="{BB962C8B-B14F-4D97-AF65-F5344CB8AC3E}">
        <p14:creationId xmlns:p14="http://schemas.microsoft.com/office/powerpoint/2010/main" val="87679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Analiza rezultata – Izbegavanje enkripcije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Danas gotovo sve video igre enkriptuju podatke kako bi zaštitile sebe, kao i druge korisnike od zloupotrebe podataka</a:t>
            </a:r>
          </a:p>
          <a:p>
            <a:r>
              <a:rPr lang="sr-Latn-RS" dirty="0"/>
              <a:t>Nekad je Wireshark mogao da uhvati „cele“ podatke, ali zbog zloupotrebe istih video igre su se nadogradile (update, patch), tako da danas pomoću Wireshark-a ne može ništa da se uradi</a:t>
            </a:r>
          </a:p>
          <a:p>
            <a:r>
              <a:rPr lang="sr-Latn-RS" dirty="0"/>
              <a:t>Verovatno postoje drugi alati ili metode, pomoću kojih bi se našli propusti u video igrama ili dekriptovali podaci, ali to nije teme ovog projekta već o hackovanju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35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433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Analiza i detekcija video igara na mreži koristeći Wireshark</vt:lpstr>
      <vt:lpstr>Cilj teme</vt:lpstr>
      <vt:lpstr>Analiza rezultata – analiza protokola</vt:lpstr>
      <vt:lpstr>PowerPoint Presentation</vt:lpstr>
      <vt:lpstr>Analiza rezultata – analiza podataka</vt:lpstr>
      <vt:lpstr>Analiza rezultata – metode enkripcije</vt:lpstr>
      <vt:lpstr>PowerPoint Presentation</vt:lpstr>
      <vt:lpstr>Analiza rezultata – Izbegavanje enkripcije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i detekcija video igara na mreži koristeći Wireshark</dc:title>
  <dc:creator>User</dc:creator>
  <cp:lastModifiedBy>User</cp:lastModifiedBy>
  <cp:revision>13</cp:revision>
  <dcterms:created xsi:type="dcterms:W3CDTF">2017-01-25T15:45:35Z</dcterms:created>
  <dcterms:modified xsi:type="dcterms:W3CDTF">2017-01-25T22:00:29Z</dcterms:modified>
</cp:coreProperties>
</file>